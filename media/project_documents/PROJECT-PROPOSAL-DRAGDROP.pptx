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DBFFF-492A-48EB-8C03-E1BBD8843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43BDD6-8CB1-42F1-856F-4A8479D51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2FB57-F4D1-4B7C-84B8-6982052F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F3DE-0C98-4F16-8945-70CF95A3BFF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41C97-A2DD-4A8B-9C40-32EBF84D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A18B1-8714-4B74-B186-B406F583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555C-3F01-4E04-BD0D-6B0D9BC21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7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31CA-5F99-49FA-978E-2238CC81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4E4AB-BA9C-4C8A-A5C1-430D97FA1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AA7B5-5476-44E9-A7EC-FA092C24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F3DE-0C98-4F16-8945-70CF95A3BFF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53E20-7FA7-467C-BA92-825FC7A58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65368-6C21-4074-A72E-61EBB9C53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555C-3F01-4E04-BD0D-6B0D9BC21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488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C6FB1-1E05-4716-BC61-81B75D4D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DC63C-DF94-4665-85C3-4DCB93C9E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6B38D-1275-49CC-8C49-4811CD5D2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F3DE-0C98-4F16-8945-70CF95A3BFF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6AE17-FEC3-4831-874E-CA993EE8F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07C5E-C5EA-42FC-BA12-A8F2BDEB8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555C-3F01-4E04-BD0D-6B0D9BC21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98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B13C0-7A05-4983-86DB-FCF336789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6818E-CA7A-4ECB-9BAE-5D6EDCD67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03540-8526-48D9-8681-5C1D4CDC2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5ADA2-D234-4C5A-AC96-84E1DFA77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F3DE-0C98-4F16-8945-70CF95A3BFF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70911-C19D-4642-847B-7A4F6C2E6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E51A0-FF58-4C55-B5AD-F99825776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555C-3F01-4E04-BD0D-6B0D9BC21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49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489AF-B6CD-4342-A628-C3C997A60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DD276-078B-4782-B871-C94EADF5C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C9309-7F7D-4AED-BCF2-107C89705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3B2867-802E-45AF-A0D6-5BBCD7C18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569FC3-C67F-4913-9C08-15410160B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838E53-98FA-414F-92AF-9F23755D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F3DE-0C98-4F16-8945-70CF95A3BFF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250FE4-1F3E-41DC-869C-D8F1E9B48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9378C-C267-451E-AD00-11DF08F82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555C-3F01-4E04-BD0D-6B0D9BC21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195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879D-71B5-4B01-B106-4947080B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28419C-5E9A-44FD-BCA3-768C02DFB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F3DE-0C98-4F16-8945-70CF95A3BFF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23AC3-EF09-4641-BCE4-6DE19268D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76C34F-916E-4348-867F-4BABCFC2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555C-3F01-4E04-BD0D-6B0D9BC21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834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97757E-A138-456A-A8B6-EE2CC2CDF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F3DE-0C98-4F16-8945-70CF95A3BFF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FD0A8-B980-4BEB-BBD0-8BD435BB9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4749A-0101-4FDF-B66B-743E4381B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555C-3F01-4E04-BD0D-6B0D9BC21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436D0-BA16-45A8-A763-3EE9DE384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0BA30-FD8A-45DF-96C0-DE0461964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AE0400-6131-4A05-B06D-F279FA7C1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BA7F5-3C0A-4323-B237-5A8A1B09C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F3DE-0C98-4F16-8945-70CF95A3BFF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78D53-2CC3-4A12-8116-6BD931ECB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17CEB-5CCD-4B7C-B97D-5CFB91F37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555C-3F01-4E04-BD0D-6B0D9BC21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10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AF441-6A60-4338-8925-A4D5DEA01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44E7F9-3472-4B90-BA82-17A6892C70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2DDBA-2ACF-4E6B-BD07-21BC45BA1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1CA59-697A-4696-B9D5-F8F05E5ED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F3DE-0C98-4F16-8945-70CF95A3BFF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81E1E-13D0-4824-AED0-BE23E7AAB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F225E-EDCC-4901-B581-7C5FA9D1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555C-3F01-4E04-BD0D-6B0D9BC21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19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814EA-7555-4817-A7B1-5D366D911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8B50D4-5375-41C6-AD9F-4C584568C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0BD3A-035D-475D-8682-3CAEA4EA1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F3DE-0C98-4F16-8945-70CF95A3BFF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CA666-E604-4E5C-870B-12F97118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BD511-39B0-4031-9279-445AFCEAC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555C-3F01-4E04-BD0D-6B0D9BC21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49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89BA1D-A911-4946-8FC9-1AE93596EA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DD3F1-9ABA-4DAD-8D9E-7864117C8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0ABDB-40F7-4D3C-A6A6-29DA57D00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F3DE-0C98-4F16-8945-70CF95A3BFF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5C541-FEB0-4271-BFD1-7C227289E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8AA5-E022-4488-B3C2-462CB7010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4555C-3F01-4E04-BD0D-6B0D9BC21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45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61A812-185F-4ADE-ACB7-8A39EAE6D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30D0D-4F80-446C-B7D0-76FDAF550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68525-FAE2-4CFA-B30D-B21696654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0F3DE-0C98-4F16-8945-70CF95A3BFF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5B257-D3E9-406A-8645-F11622290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AA305-A5C1-4708-A967-424BCF600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4555C-3F01-4E04-BD0D-6B0D9BC21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8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F9502-4104-4A49-AEF0-D3270852B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395"/>
            <a:ext cx="10515600" cy="93924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PARTICULARS AND PROJECT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F61B7-9CD4-4801-9719-7C113CD6A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NUMBER: NIT/BIT/2023/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NAME: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TYPE: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6436B-9B3B-42F9-B4D6-C15486825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006" y="0"/>
            <a:ext cx="923700" cy="98163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9C34F0C-BC7F-417F-B5ED-85FB3E2360E0}"/>
              </a:ext>
            </a:extLst>
          </p:cNvPr>
          <p:cNvCxnSpPr/>
          <p:nvPr/>
        </p:nvCxnSpPr>
        <p:spPr>
          <a:xfrm>
            <a:off x="0" y="981635"/>
            <a:ext cx="12192000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EF6051A-DE74-4C95-B131-56EF30D7AC75}"/>
              </a:ext>
            </a:extLst>
          </p:cNvPr>
          <p:cNvSpPr txBox="1"/>
          <p:nvPr/>
        </p:nvSpPr>
        <p:spPr>
          <a:xfrm>
            <a:off x="3344956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Department of Computing &amp; Communication Technology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C02A83-3FF6-4D15-9635-DAA7DFCE5C2D}"/>
              </a:ext>
            </a:extLst>
          </p:cNvPr>
          <p:cNvCxnSpPr>
            <a:cxnSpLocks/>
          </p:cNvCxnSpPr>
          <p:nvPr/>
        </p:nvCxnSpPr>
        <p:spPr>
          <a:xfrm>
            <a:off x="3570193" y="6488668"/>
            <a:ext cx="5647765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523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A355FB-8EA7-4283-BCE5-0DAE3C9C3815}"/>
              </a:ext>
            </a:extLst>
          </p:cNvPr>
          <p:cNvSpPr txBox="1"/>
          <p:nvPr/>
        </p:nvSpPr>
        <p:spPr>
          <a:xfrm>
            <a:off x="179294" y="267202"/>
            <a:ext cx="11833412" cy="2014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BACKGROUND OF THE PROJECT</a:t>
            </a:r>
          </a:p>
          <a:p>
            <a:pPr marL="0" marR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en-US" sz="3200" b="1" dirty="0"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en-US" sz="3200" b="1" dirty="0"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21E5A3-93A7-453F-AA06-F9904B6D5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006" y="0"/>
            <a:ext cx="923700" cy="9816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5D5CCA-DAB9-4216-AD03-1E982B3FA56C}"/>
              </a:ext>
            </a:extLst>
          </p:cNvPr>
          <p:cNvSpPr txBox="1"/>
          <p:nvPr/>
        </p:nvSpPr>
        <p:spPr>
          <a:xfrm>
            <a:off x="3344956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Department of Computing &amp; Communication Technology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0F33A7-65F3-4C71-9466-6E968AF90ACB}"/>
              </a:ext>
            </a:extLst>
          </p:cNvPr>
          <p:cNvCxnSpPr>
            <a:cxnSpLocks/>
          </p:cNvCxnSpPr>
          <p:nvPr/>
        </p:nvCxnSpPr>
        <p:spPr>
          <a:xfrm>
            <a:off x="3570193" y="6488668"/>
            <a:ext cx="5647765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409611E-D4BA-446F-9285-70494B3631F4}"/>
              </a:ext>
            </a:extLst>
          </p:cNvPr>
          <p:cNvCxnSpPr/>
          <p:nvPr/>
        </p:nvCxnSpPr>
        <p:spPr>
          <a:xfrm flipH="1">
            <a:off x="179294" y="981635"/>
            <a:ext cx="11833412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458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29BFBD-BB6D-4AC8-9B48-A09E73C01728}"/>
              </a:ext>
            </a:extLst>
          </p:cNvPr>
          <p:cNvSpPr txBox="1"/>
          <p:nvPr/>
        </p:nvSpPr>
        <p:spPr>
          <a:xfrm>
            <a:off x="172571" y="336176"/>
            <a:ext cx="11846858" cy="1739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PROBLEM STATEMENT</a:t>
            </a:r>
          </a:p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en-US" sz="2400" b="1" dirty="0">
              <a:solidFill>
                <a:srgbClr val="4F81BD"/>
              </a:solidFill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en-US" sz="24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4F342F-E7F4-41A4-900E-013B442D0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5729" y="0"/>
            <a:ext cx="923700" cy="98163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12BAFDB-0381-4418-9B76-7889E852B05D}"/>
              </a:ext>
            </a:extLst>
          </p:cNvPr>
          <p:cNvCxnSpPr/>
          <p:nvPr/>
        </p:nvCxnSpPr>
        <p:spPr>
          <a:xfrm>
            <a:off x="172571" y="981635"/>
            <a:ext cx="1184685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2A2FF4-F995-41C3-B264-D470DF4A31E8}"/>
              </a:ext>
            </a:extLst>
          </p:cNvPr>
          <p:cNvSpPr txBox="1"/>
          <p:nvPr/>
        </p:nvSpPr>
        <p:spPr>
          <a:xfrm>
            <a:off x="3344956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Department of Computing &amp; Communication Technology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ED3944-B68C-49AA-A542-413898F6F0DD}"/>
              </a:ext>
            </a:extLst>
          </p:cNvPr>
          <p:cNvCxnSpPr>
            <a:cxnSpLocks/>
          </p:cNvCxnSpPr>
          <p:nvPr/>
        </p:nvCxnSpPr>
        <p:spPr>
          <a:xfrm>
            <a:off x="3570193" y="6488668"/>
            <a:ext cx="5647765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882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4F4A93-9744-4C24-A26B-137DBCD2AF3B}"/>
              </a:ext>
            </a:extLst>
          </p:cNvPr>
          <p:cNvSpPr txBox="1"/>
          <p:nvPr/>
        </p:nvSpPr>
        <p:spPr>
          <a:xfrm>
            <a:off x="125505" y="285735"/>
            <a:ext cx="11940989" cy="2292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SIGNIFICANCE OF THE PROJECT</a:t>
            </a:r>
          </a:p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en-US" sz="2400" b="1" dirty="0">
              <a:solidFill>
                <a:srgbClr val="4F81BD"/>
              </a:solidFill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en-US" sz="24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en-US" sz="24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F9439E-5920-40F4-A62C-CEB94197E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005" y="0"/>
            <a:ext cx="932665" cy="88750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DC2A5EC-61EA-4F5D-9535-F42A2165428B}"/>
              </a:ext>
            </a:extLst>
          </p:cNvPr>
          <p:cNvCxnSpPr/>
          <p:nvPr/>
        </p:nvCxnSpPr>
        <p:spPr>
          <a:xfrm>
            <a:off x="80681" y="887506"/>
            <a:ext cx="11985813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1E034EF-B705-4541-900A-B9A6F294ECAB}"/>
              </a:ext>
            </a:extLst>
          </p:cNvPr>
          <p:cNvSpPr txBox="1"/>
          <p:nvPr/>
        </p:nvSpPr>
        <p:spPr>
          <a:xfrm>
            <a:off x="3344956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Department of Computing &amp; Communication Technology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13804F-5D14-482E-813F-226C8F63342E}"/>
              </a:ext>
            </a:extLst>
          </p:cNvPr>
          <p:cNvCxnSpPr>
            <a:cxnSpLocks/>
          </p:cNvCxnSpPr>
          <p:nvPr/>
        </p:nvCxnSpPr>
        <p:spPr>
          <a:xfrm>
            <a:off x="3570193" y="6488668"/>
            <a:ext cx="5647765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987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FFCFA6-1115-48F7-A700-161EE216246D}"/>
              </a:ext>
            </a:extLst>
          </p:cNvPr>
          <p:cNvSpPr txBox="1"/>
          <p:nvPr/>
        </p:nvSpPr>
        <p:spPr>
          <a:xfrm>
            <a:off x="226359" y="201706"/>
            <a:ext cx="11739282" cy="2274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MAIN OBJECTIVE</a:t>
            </a:r>
          </a:p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en-US" sz="4000" b="1" dirty="0">
              <a:solidFill>
                <a:srgbClr val="4F81BD"/>
              </a:solidFill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en-US" sz="4000" b="1" dirty="0">
              <a:solidFill>
                <a:srgbClr val="4F81BD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A34A75-0250-4853-B3C1-7F6877F6F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005" y="0"/>
            <a:ext cx="932665" cy="88750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4CC9F4-E451-4D39-8E53-16EEE6A04C58}"/>
              </a:ext>
            </a:extLst>
          </p:cNvPr>
          <p:cNvCxnSpPr/>
          <p:nvPr/>
        </p:nvCxnSpPr>
        <p:spPr>
          <a:xfrm>
            <a:off x="170330" y="887506"/>
            <a:ext cx="11851340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CB66FF5-6AF0-495D-99F0-933135CE6CE5}"/>
              </a:ext>
            </a:extLst>
          </p:cNvPr>
          <p:cNvSpPr txBox="1"/>
          <p:nvPr/>
        </p:nvSpPr>
        <p:spPr>
          <a:xfrm>
            <a:off x="3344956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Department of Computing &amp; Communication Technology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A5255D-B826-4244-82EE-C1E12E1AEAE3}"/>
              </a:ext>
            </a:extLst>
          </p:cNvPr>
          <p:cNvCxnSpPr>
            <a:cxnSpLocks/>
          </p:cNvCxnSpPr>
          <p:nvPr/>
        </p:nvCxnSpPr>
        <p:spPr>
          <a:xfrm>
            <a:off x="3570193" y="6488668"/>
            <a:ext cx="5647765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347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B97BE6-2EB9-452E-B826-2DCD04077DDE}"/>
              </a:ext>
            </a:extLst>
          </p:cNvPr>
          <p:cNvSpPr txBox="1"/>
          <p:nvPr/>
        </p:nvSpPr>
        <p:spPr>
          <a:xfrm>
            <a:off x="161365" y="151630"/>
            <a:ext cx="11860305" cy="1438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SPECIFIC OBJECTIVES</a:t>
            </a:r>
          </a:p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en-US" sz="4000" b="1" dirty="0">
              <a:solidFill>
                <a:srgbClr val="4F81BD"/>
              </a:solidFill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B451DF-6AAF-47C4-B3FA-D3807E88A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005" y="0"/>
            <a:ext cx="932665" cy="88750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66A79B-2AC2-40A0-8294-A8C292736B15}"/>
              </a:ext>
            </a:extLst>
          </p:cNvPr>
          <p:cNvCxnSpPr/>
          <p:nvPr/>
        </p:nvCxnSpPr>
        <p:spPr>
          <a:xfrm>
            <a:off x="80682" y="887506"/>
            <a:ext cx="12021670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FB04824-4CA1-4A36-89FF-86FE6CE035A2}"/>
              </a:ext>
            </a:extLst>
          </p:cNvPr>
          <p:cNvSpPr txBox="1"/>
          <p:nvPr/>
        </p:nvSpPr>
        <p:spPr>
          <a:xfrm>
            <a:off x="3344956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Department of Computing &amp; Communication Technology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8EC252-6EB1-4F7C-A72E-A376EBBA77F3}"/>
              </a:ext>
            </a:extLst>
          </p:cNvPr>
          <p:cNvCxnSpPr>
            <a:cxnSpLocks/>
          </p:cNvCxnSpPr>
          <p:nvPr/>
        </p:nvCxnSpPr>
        <p:spPr>
          <a:xfrm>
            <a:off x="3570193" y="6488668"/>
            <a:ext cx="5647765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236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6F8056-13A1-4E83-AC8E-588FC0ACB6CC}"/>
              </a:ext>
            </a:extLst>
          </p:cNvPr>
          <p:cNvSpPr txBox="1"/>
          <p:nvPr/>
        </p:nvSpPr>
        <p:spPr>
          <a:xfrm>
            <a:off x="0" y="180342"/>
            <a:ext cx="11739282" cy="25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SCOPE OF THE PROJECT</a:t>
            </a:r>
          </a:p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en-US" sz="3200" b="1" dirty="0">
              <a:solidFill>
                <a:srgbClr val="4F81BD"/>
              </a:solidFill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en-US" sz="3200" b="1" dirty="0">
              <a:solidFill>
                <a:srgbClr val="4F81BD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R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32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2E2316-823F-4EB4-9687-2ED2C4007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005" y="0"/>
            <a:ext cx="932665" cy="88750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B9FB73-C2D7-4478-A6C0-6841201ED123}"/>
              </a:ext>
            </a:extLst>
          </p:cNvPr>
          <p:cNvCxnSpPr>
            <a:cxnSpLocks/>
          </p:cNvCxnSpPr>
          <p:nvPr/>
        </p:nvCxnSpPr>
        <p:spPr>
          <a:xfrm>
            <a:off x="170330" y="887506"/>
            <a:ext cx="11851340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1631A75-1102-4D6F-AFDD-F525CFAEF5EC}"/>
              </a:ext>
            </a:extLst>
          </p:cNvPr>
          <p:cNvSpPr txBox="1"/>
          <p:nvPr/>
        </p:nvSpPr>
        <p:spPr>
          <a:xfrm>
            <a:off x="3344956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Department of Computing &amp; Communication Technology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A9C92D-48CB-4B91-A588-D7614A1A55EB}"/>
              </a:ext>
            </a:extLst>
          </p:cNvPr>
          <p:cNvCxnSpPr>
            <a:cxnSpLocks/>
          </p:cNvCxnSpPr>
          <p:nvPr/>
        </p:nvCxnSpPr>
        <p:spPr>
          <a:xfrm>
            <a:off x="3570193" y="6488668"/>
            <a:ext cx="5647765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46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AC4D5-00DB-4750-B3D8-E67E030E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0"/>
            <a:ext cx="9005047" cy="927847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871B9-0F02-43F8-B232-96E13CFC1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Thank you for your attention.</a:t>
            </a:r>
          </a:p>
          <a:p>
            <a:pPr marL="0" indent="0" algn="ctr">
              <a:buNone/>
            </a:pPr>
            <a:r>
              <a:rPr lang="en-US" dirty="0"/>
              <a:t> I welcome any questions or suggestions regarding this project.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9AD6A1-A165-4195-AD3A-9394281A1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005" y="0"/>
            <a:ext cx="932665" cy="88750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0D5F44E-FC23-4F94-A71C-1113411DE386}"/>
              </a:ext>
            </a:extLst>
          </p:cNvPr>
          <p:cNvCxnSpPr>
            <a:cxnSpLocks/>
          </p:cNvCxnSpPr>
          <p:nvPr/>
        </p:nvCxnSpPr>
        <p:spPr>
          <a:xfrm>
            <a:off x="170330" y="887506"/>
            <a:ext cx="11851340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20840BF-B234-4337-AD14-4D19C9A80A52}"/>
              </a:ext>
            </a:extLst>
          </p:cNvPr>
          <p:cNvSpPr txBox="1"/>
          <p:nvPr/>
        </p:nvSpPr>
        <p:spPr>
          <a:xfrm>
            <a:off x="3344956" y="648866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Department of Computing &amp; Communication Technology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D60576-F60B-4F67-A537-69BDF2C37172}"/>
              </a:ext>
            </a:extLst>
          </p:cNvPr>
          <p:cNvCxnSpPr>
            <a:cxnSpLocks/>
          </p:cNvCxnSpPr>
          <p:nvPr/>
        </p:nvCxnSpPr>
        <p:spPr>
          <a:xfrm>
            <a:off x="3570193" y="6488668"/>
            <a:ext cx="5647765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269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110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PARTICULARS AND PROJECT INFORMATION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Bright Mlonganile</dc:creator>
  <cp:lastModifiedBy>Bright Mlonganile</cp:lastModifiedBy>
  <cp:revision>11</cp:revision>
  <dcterms:created xsi:type="dcterms:W3CDTF">2025-12-29T08:29:54Z</dcterms:created>
  <dcterms:modified xsi:type="dcterms:W3CDTF">2025-12-29T10:17:20Z</dcterms:modified>
</cp:coreProperties>
</file>